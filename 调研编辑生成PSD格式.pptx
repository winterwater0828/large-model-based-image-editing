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58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0.xml"/><Relationship Id="rId3" Type="http://schemas.openxmlformats.org/officeDocument/2006/relationships/image" Target="../media/image1.png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image" Target="../media/image2.png"/><Relationship Id="rId1" Type="http://schemas.openxmlformats.org/officeDocument/2006/relationships/tags" Target="../tags/tag7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914400"/>
            <a:ext cx="9799320" cy="3243580"/>
          </a:xfrm>
        </p:spPr>
        <p:txBody>
          <a:bodyPr/>
          <a:p>
            <a:r>
              <a:rPr lang="zh-CN" altLang="en-US" sz="6600" b="1"/>
              <a:t>编辑生成</a:t>
            </a:r>
            <a:r>
              <a:rPr lang="en-US" altLang="zh-CN" sz="6600" b="1"/>
              <a:t>PSD</a:t>
            </a:r>
            <a:r>
              <a:rPr lang="zh-CN" altLang="en-US" sz="6600" b="1"/>
              <a:t>格式</a:t>
            </a:r>
            <a:endParaRPr lang="zh-CN" altLang="en-US" sz="6600" b="1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15290" y="316230"/>
            <a:ext cx="9799320" cy="1331595"/>
          </a:xfrm>
        </p:spPr>
        <p:txBody>
          <a:bodyPr/>
          <a:p>
            <a:r>
              <a:rPr lang="en-US" altLang="zh-CN" sz="6600"/>
              <a:t>photoshop document</a:t>
            </a:r>
            <a:endParaRPr lang="en-US" altLang="zh-CN" sz="6600"/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42290" y="2209800"/>
            <a:ext cx="11127105" cy="3974465"/>
          </a:xfrm>
          <a:prstGeom prst="rect">
            <a:avLst/>
          </a:prstGeom>
        </p:spPr>
        <p:txBody>
          <a:bodyPr vert="horz" lIns="90000" tIns="46800" rIns="90000" bIns="46800" rtlCol="0" anchor="b" anchorCtr="0">
            <a:norm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 sz="2800"/>
          </a:p>
        </p:txBody>
      </p:sp>
      <p:sp>
        <p:nvSpPr>
          <p:cNvPr id="7" name="文本框 6"/>
          <p:cNvSpPr txBox="1"/>
          <p:nvPr/>
        </p:nvSpPr>
        <p:spPr>
          <a:xfrm>
            <a:off x="415290" y="1903730"/>
            <a:ext cx="11254105" cy="476504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1F1F1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分层编辑</a:t>
            </a:r>
            <a:r>
              <a:rPr lang="en-US" altLang="zh-CN" sz="2000" b="0" i="0">
                <a:solidFill>
                  <a:srgbClr val="1F1F1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: PSD </a:t>
            </a:r>
            <a:r>
              <a:rPr lang="zh-CN" altLang="en-US" sz="2000" b="0" i="0">
                <a:solidFill>
                  <a:srgbClr val="1F1F1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文件可以包含多个</a:t>
            </a:r>
            <a:r>
              <a:rPr lang="zh-CN" altLang="en-US" sz="2000">
                <a:solidFill>
                  <a:srgbClr val="1F1F1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可以独立进行编辑的</a:t>
            </a:r>
            <a:r>
              <a:rPr lang="zh-CN" altLang="en-US" sz="2000" b="0" i="0">
                <a:solidFill>
                  <a:srgbClr val="1F1F1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图层。</a:t>
            </a:r>
            <a:r>
              <a:rPr lang="en-US" altLang="zh-CN" sz="2000" b="0" i="0">
                <a:solidFill>
                  <a:srgbClr val="1F1F1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 </a:t>
            </a:r>
            <a:endParaRPr lang="en-US" altLang="zh-CN" sz="2000" b="0" i="0">
              <a:solidFill>
                <a:srgbClr val="1F1F1F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en-US" altLang="zh-CN" sz="2000" b="0" i="0">
              <a:solidFill>
                <a:srgbClr val="1F1F1F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1F1F1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数据存储</a:t>
            </a:r>
            <a:r>
              <a:rPr lang="en-US" altLang="zh-CN" sz="2000" b="0" i="0">
                <a:solidFill>
                  <a:srgbClr val="1F1F1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: </a:t>
            </a:r>
            <a:r>
              <a:rPr lang="zh-CN" altLang="en-US" sz="2000" b="0" i="0">
                <a:solidFill>
                  <a:srgbClr val="1F1F1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可以保存矢量图像、字体、蒙版、透明度、通道、剪贴路径等多种类型的数据。</a:t>
            </a:r>
            <a:r>
              <a:rPr lang="en-US" altLang="zh-CN" sz="2000" b="0" i="0">
                <a:solidFill>
                  <a:srgbClr val="1F1F1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 </a:t>
            </a:r>
            <a:endParaRPr lang="en-US" altLang="zh-CN" sz="2000" b="0" i="0">
              <a:solidFill>
                <a:srgbClr val="1F1F1F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en-US" altLang="zh-CN" sz="2000" b="0" i="0">
              <a:solidFill>
                <a:srgbClr val="1F1F1F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1F1F1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高分辨率和高保真度</a:t>
            </a:r>
            <a:r>
              <a:rPr lang="en-US" altLang="zh-CN" sz="2000" b="0" i="0">
                <a:solidFill>
                  <a:srgbClr val="1F1F1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: PSD </a:t>
            </a:r>
            <a:r>
              <a:rPr lang="zh-CN" altLang="en-US" sz="2000" b="0" i="0">
                <a:solidFill>
                  <a:srgbClr val="1F1F1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格式支持</a:t>
            </a:r>
            <a:r>
              <a:rPr lang="en-US" altLang="zh-CN" sz="2000" b="0" i="0">
                <a:solidFill>
                  <a:srgbClr val="1F1F1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30,000 x 30,000 </a:t>
            </a:r>
            <a:r>
              <a:rPr lang="zh-CN" altLang="en-US" sz="2000" b="0" i="0">
                <a:solidFill>
                  <a:srgbClr val="1F1F1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图像尺寸，可无损地保留图像的所有细节和编辑历史。</a:t>
            </a:r>
            <a:r>
              <a:rPr lang="en-US" altLang="zh-CN" sz="2000" b="0" i="0">
                <a:solidFill>
                  <a:srgbClr val="1F1F1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 </a:t>
            </a:r>
            <a:endParaRPr lang="en-US" altLang="zh-CN" sz="2000" b="0" i="0">
              <a:solidFill>
                <a:srgbClr val="1F1F1F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zh-CN" altLang="en-US" sz="2000" b="0" i="0">
              <a:solidFill>
                <a:srgbClr val="1F1F1F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42290" y="2209800"/>
            <a:ext cx="11127105" cy="3974465"/>
          </a:xfrm>
          <a:prstGeom prst="rect">
            <a:avLst/>
          </a:prstGeom>
        </p:spPr>
        <p:txBody>
          <a:bodyPr vert="horz" lIns="90000" tIns="46800" rIns="90000" bIns="46800" rtlCol="0" anchor="b" anchorCtr="0">
            <a:norm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 sz="2800"/>
          </a:p>
        </p:txBody>
      </p:sp>
      <p:sp>
        <p:nvSpPr>
          <p:cNvPr id="4" name="标题 3"/>
          <p:cNvSpPr/>
          <p:nvPr>
            <p:ph type="ctrTitle"/>
            <p:custDataLst>
              <p:tags r:id="rId2"/>
            </p:custDataLst>
          </p:nvPr>
        </p:nvSpPr>
        <p:spPr>
          <a:xfrm>
            <a:off x="-526415" y="0"/>
            <a:ext cx="11475085" cy="1249680"/>
          </a:xfrm>
        </p:spPr>
        <p:txBody>
          <a:bodyPr/>
          <a:p>
            <a:r>
              <a:rPr lang="en-US" altLang="zh-CN" sz="3600"/>
              <a:t>https://github.com/showlab/OmniPSD.git</a:t>
            </a:r>
            <a:endParaRPr lang="en-US" altLang="zh-CN" sz="36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255" y="1337310"/>
            <a:ext cx="8274050" cy="49784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42290" y="2209800"/>
            <a:ext cx="11127105" cy="3974465"/>
          </a:xfrm>
          <a:prstGeom prst="rect">
            <a:avLst/>
          </a:prstGeom>
        </p:spPr>
        <p:txBody>
          <a:bodyPr vert="horz" lIns="90000" tIns="46800" rIns="90000" bIns="46800" rtlCol="0" anchor="b" anchorCtr="0">
            <a:norm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 sz="2800"/>
          </a:p>
        </p:txBody>
      </p:sp>
      <p:sp>
        <p:nvSpPr>
          <p:cNvPr id="7" name="文本框 6"/>
          <p:cNvSpPr txBox="1"/>
          <p:nvPr/>
        </p:nvSpPr>
        <p:spPr>
          <a:xfrm>
            <a:off x="415290" y="1285240"/>
            <a:ext cx="11254105" cy="538353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sym typeface="+mn-ea"/>
              </a:rPr>
              <a:t>OmniPSD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2800" b="0" i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Text-to-PSD</a:t>
            </a:r>
            <a:r>
              <a:rPr lang="zh-CN" altLang="en-US" sz="2800" b="0" i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endParaRPr lang="zh-CN" altLang="en-US" sz="2800" b="0" i="0">
              <a:solidFill>
                <a:srgbClr val="C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2800" b="0" i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根据文本提示词直接生成带有透明背景、分层结构的</a:t>
            </a:r>
            <a:r>
              <a:rPr lang="en-US" altLang="zh-CN" sz="2800" b="0" i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PSD</a:t>
            </a:r>
            <a:r>
              <a:rPr lang="zh-CN" altLang="en-US" sz="2800" b="0" i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文件。</a:t>
            </a:r>
            <a:endParaRPr lang="zh-CN" altLang="en-US" sz="2800" b="0" i="0">
              <a:solidFill>
                <a:srgbClr val="C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endParaRPr lang="zh-CN" altLang="en-US" sz="2800" b="0" i="0">
              <a:solidFill>
                <a:srgbClr val="C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2800" b="0" i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Image-to-PSD</a:t>
            </a:r>
            <a:r>
              <a:rPr lang="zh-CN" altLang="en-US" sz="2800" b="0" i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endParaRPr lang="zh-CN" altLang="en-US" sz="2800" b="0" i="0">
              <a:solidFill>
                <a:srgbClr val="C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2800" b="0" i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将一张普通的扁平化图片（如</a:t>
            </a:r>
            <a:r>
              <a:rPr lang="en-US" altLang="zh-CN" sz="2800" b="0" i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JPG</a:t>
            </a:r>
            <a:r>
              <a:rPr lang="zh-CN" altLang="en-US" sz="2800" b="0" i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）逆向拆解为可编辑的图层结构。</a:t>
            </a:r>
            <a:endParaRPr lang="zh-CN" altLang="en-US" sz="2800" b="0" i="0">
              <a:solidFill>
                <a:srgbClr val="C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42290" y="2209800"/>
            <a:ext cx="11127105" cy="3974465"/>
          </a:xfrm>
          <a:prstGeom prst="rect">
            <a:avLst/>
          </a:prstGeom>
        </p:spPr>
        <p:txBody>
          <a:bodyPr vert="horz" lIns="90000" tIns="46800" rIns="90000" bIns="46800" rtlCol="0" anchor="b" anchorCtr="0">
            <a:norm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 sz="28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" y="349250"/>
            <a:ext cx="8350250" cy="6508750"/>
          </a:xfrm>
          <a:prstGeom prst="rect">
            <a:avLst/>
          </a:prstGeom>
        </p:spPr>
      </p:pic>
      <p:sp>
        <p:nvSpPr>
          <p:cNvPr id="4" name="标题 3"/>
          <p:cNvSpPr/>
          <p:nvPr>
            <p:ph type="ctrTitle"/>
            <p:custDataLst>
              <p:tags r:id="rId3"/>
            </p:custDataLst>
          </p:nvPr>
        </p:nvSpPr>
        <p:spPr>
          <a:xfrm>
            <a:off x="0" y="154940"/>
            <a:ext cx="11823700" cy="730250"/>
          </a:xfrm>
        </p:spPr>
        <p:txBody>
          <a:bodyPr/>
          <a:p>
            <a:r>
              <a:rPr lang="en-US" altLang="zh-CN" sz="3200"/>
              <a:t>https://github.com/QwenLM/Qwen-Image-Layered.git</a:t>
            </a:r>
            <a:endParaRPr lang="en-US" altLang="zh-CN" sz="3200"/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42290" y="2209800"/>
            <a:ext cx="11127105" cy="3974465"/>
          </a:xfrm>
          <a:prstGeom prst="rect">
            <a:avLst/>
          </a:prstGeom>
        </p:spPr>
        <p:txBody>
          <a:bodyPr vert="horz" lIns="90000" tIns="46800" rIns="90000" bIns="46800" rtlCol="0" anchor="b" anchorCtr="0">
            <a:norm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 sz="2800"/>
          </a:p>
        </p:txBody>
      </p:sp>
      <p:sp>
        <p:nvSpPr>
          <p:cNvPr id="4" name="标题 3"/>
          <p:cNvSpPr/>
          <p:nvPr>
            <p:ph type="ctrTitle"/>
            <p:custDataLst>
              <p:tags r:id="rId2"/>
            </p:custDataLst>
          </p:nvPr>
        </p:nvSpPr>
        <p:spPr>
          <a:xfrm>
            <a:off x="194310" y="544195"/>
            <a:ext cx="11823700" cy="5415280"/>
          </a:xfrm>
        </p:spPr>
        <p:txBody>
          <a:bodyPr>
            <a:noAutofit/>
          </a:bodyPr>
          <a:p>
            <a:pPr algn="l"/>
            <a:r>
              <a:rPr lang="en-US" altLang="zh-CN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Qwen-Image-Layered </a:t>
            </a:r>
            <a:r>
              <a:rPr lang="zh-CN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br>
              <a:rPr lang="zh-CN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</a:br>
            <a:r>
              <a:rPr lang="en-US" altLang="zh-CN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JPG</a:t>
            </a:r>
            <a:r>
              <a:rPr lang="zh-CN" altLang="en-US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PNG</a:t>
            </a:r>
            <a:r>
              <a:rPr lang="zh-CN" altLang="en-US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分解成带有透明通道的、可独立编辑的图层。</a:t>
            </a:r>
            <a:br>
              <a:rPr lang="zh-CN" altLang="en-US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</a:br>
            <a:br>
              <a:rPr lang="zh-CN" altLang="en-US" sz="280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</a:br>
            <a:r>
              <a:rPr lang="zh-CN" altLang="en-US" sz="280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工作流程：</a:t>
            </a:r>
            <a:br>
              <a:rPr lang="zh-CN" altLang="en-US" sz="280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</a:br>
            <a:r>
              <a:rPr lang="zh-CN" altLang="en-US" sz="280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输入：一张普通的</a:t>
            </a:r>
            <a:r>
              <a:rPr lang="en-US" altLang="zh-CN" sz="280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RGB </a:t>
            </a:r>
            <a:r>
              <a:rPr lang="zh-CN" altLang="en-US" sz="280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图像。</a:t>
            </a:r>
            <a:br>
              <a:rPr lang="zh-CN" altLang="en-US" sz="280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</a:br>
            <a:r>
              <a:rPr lang="zh-CN" altLang="en-US" sz="280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处理：模型利用</a:t>
            </a:r>
            <a:r>
              <a:rPr lang="en-US" altLang="zh-CN" sz="280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RGBA-VAE​ </a:t>
            </a:r>
            <a:r>
              <a:rPr lang="zh-CN" altLang="en-US" sz="280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和</a:t>
            </a:r>
            <a:r>
              <a:rPr lang="en-US" altLang="zh-CN" sz="280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VLD-MMDiT​ </a:t>
            </a:r>
            <a:r>
              <a:rPr lang="zh-CN" altLang="en-US" sz="280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架构，分析图像中的语义元素（如人物、文字、背景、阴影），将它们分离。</a:t>
            </a:r>
            <a:br>
              <a:rPr lang="zh-CN" altLang="en-US" sz="280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</a:br>
            <a:r>
              <a:rPr lang="zh-CN" altLang="en-US" sz="280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输出：输出一组</a:t>
            </a:r>
            <a:r>
              <a:rPr lang="en-US" altLang="zh-CN" sz="280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RGBA </a:t>
            </a:r>
            <a:r>
              <a:rPr lang="zh-CN" altLang="en-US" sz="280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图层（带有透明通道的</a:t>
            </a:r>
            <a:r>
              <a:rPr lang="en-US" altLang="zh-CN" sz="280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PNG </a:t>
            </a:r>
            <a:r>
              <a:rPr lang="zh-CN" altLang="en-US" sz="280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序列）或直接打包成</a:t>
            </a:r>
            <a:r>
              <a:rPr lang="en-US" altLang="zh-CN" sz="280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PSD </a:t>
            </a:r>
            <a:r>
              <a:rPr lang="zh-CN" altLang="en-US" sz="280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文件。</a:t>
            </a:r>
            <a:br>
              <a:rPr lang="zh-CN" altLang="en-US" sz="280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</a:br>
            <a:r>
              <a:rPr lang="zh-CN" altLang="en-US" sz="280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每个图层代表一个独立的视觉元素，可以像在</a:t>
            </a:r>
            <a:r>
              <a:rPr lang="en-US" altLang="zh-CN" sz="280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Photoshop </a:t>
            </a:r>
            <a:r>
              <a:rPr lang="zh-CN" altLang="en-US" sz="280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中一样进行编辑，不影响其他图层</a:t>
            </a:r>
            <a:endParaRPr lang="zh-CN" altLang="en-US" sz="2800">
              <a:solidFill>
                <a:srgbClr val="C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569</Words>
  <Application>WPS 演示</Application>
  <PresentationFormat>宽屏</PresentationFormat>
  <Paragraphs>25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Arial</vt:lpstr>
      <vt:lpstr>华文中宋</vt:lpstr>
      <vt:lpstr>微软雅黑</vt:lpstr>
      <vt:lpstr>Arial Unicode MS</vt:lpstr>
      <vt:lpstr>Calibri</vt:lpstr>
      <vt:lpstr>WPS</vt:lpstr>
      <vt:lpstr>编辑生成PSD格式</vt:lpstr>
      <vt:lpstr>photoshop document</vt:lpstr>
      <vt:lpstr>https://github.com/showlab/OmniPSD.git</vt:lpstr>
      <vt:lpstr>PowerPoint 演示文稿</vt:lpstr>
      <vt:lpstr>https://github.com/QwenLM/Qwen-Image-Layered.git</vt:lpstr>
      <vt:lpstr>Qwen-Image-Layered ： JPG、PNG分解成带有透明通道的、可独立编辑的图层。  工作流程： 输入：一张普通的 RGB 图像。 处理：模型利用 RGBA-VAE​ 和 VLD-MMDiT​ 架构，分析图像中的语义元素（如人物、文字、背景、阴影），将它们分离。 输出：输出一组 RGBA 图层（带有透明通道的 PNG 序列）或直接打包成 PSD 文件。 每个图层代表一个独立的视觉元素，可以像在 Photoshop 中一样进行编辑，不影响其他图层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潘泽莹</cp:lastModifiedBy>
  <cp:revision>163</cp:revision>
  <dcterms:created xsi:type="dcterms:W3CDTF">2019-06-19T02:08:00Z</dcterms:created>
  <dcterms:modified xsi:type="dcterms:W3CDTF">2026-02-07T10:29:26Z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2C507C188E614C20B7B4AF780199FB21_11</vt:lpwstr>
  </property>
</Properties>
</file>